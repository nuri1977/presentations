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seven. So far our SQL has been plain. Now we make it smarter: we install a package, use Jinja, write a macro, and meet analyses.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real problem: taxi trips have no trip ID. Nothing identifies one trip. We need a primary key to test uniqueness, and later so an incremental model knows which rows to replace. We will build one from several columns.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packages page. A package is another dbt project you install into yours, usually for its macros and tests. You list packages in a YAML file and run dbt deps. The most used one is dbt utils, from dbt Labs.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demo, the agent adds dbt utils with the latest compatible version and runs dbt deps. Afterwards we check the version on the dbt package hub ourselves. Version numbers are exactly what an AI can get slightly wrong.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lines. Notice the version range: at least one point three, below two. We get fixes, but nothing that breaks us.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using it, we understand it. In Ask mode: what does the surrogate key macro do, and which columns could identify a trip? It hashes several columns into one ID, and identical rows get the same key, which is how we will find duplicates.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dbt models are SQL plus Jinja. Double curly braces print something, like ref and source. Curly brace and percent sign is logic: loops, ifs, and macros. Curly brace and hash is a comment. dbt renders the Jinja first, and the database only sees plain SQL.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Jinja and macros page. Jinja adds loops, variables and functions to SQL. A macro is a reusable function in the macros folder. And always check the compiled SQL to see what you produced.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own macro, safe divide. Remember the trips with zero distance? Fare per mile would divide by zero. This macro returns empty instead of an error, and every model can use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left, how we call the macro in a model. On the right, what dbt compiles it into: a plain case expression. The database never sees Jinja.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Analyses are another block from the projects page. An analysis is a SQL file that dbt compiles but never runs, so no table is built. They are great for queries you want to keep in git, and for experimenting with Jinja.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analysis with a loop. For each payment type in the list, it writes one count column. Compile it, and the loop is replaced by real columns. But the list is hard-coded, which is not great.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demo, the agent makes it data-driven. A dbt utils macro reads the payment types from the seed at compile time. Add a code to the CSV, and the SQL follows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section seven. A package with a version range, Jinja expressions and loops, our own macro, and an analysis. Next: we put it all together into intermediate and mart models.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