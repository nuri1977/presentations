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AI agentic dbt development. In this crash course we build one real dbt project, from an empty folder to production patterns, using Rosetta dbt Studio and its built-in AI agent. All you need is basic SQL.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means the AI does more than chat. It reads your project, writes files, and runs dbt commands. That is powerful, which is exactly why you stay the engineer. The agent proposes. You review, you decide, and dbt tells you if it is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time we use the agent, we follow one loop. Prompt with good context. Let the agent plan. Let it act. Then review every change. Then run dbt, and verify the actual rows. Review is the step people skip, and the one that matters most.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habits, used in every section. Give the agent files, not memory. Plan before acting on big tasks. One task per chat. Read every diff before you keep it. Let dbt be the judge. And if you correct the agent twice, write the rule into a skill.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follows the same rhythm. A few slides with the idea. The official dbt documentation, version one. Then a recorded demo in Rosetta dbt Studio, where we build it, first by hand and then with the agent. We finish with a git checkpoint.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project you will build. Sources and seeds on the left. Staging models, one intermediate model with our business rules, and marts on the right. A snapshot keeps history at the bottom, and an exposure marks the real analysis we answer at the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real data: New York City yellow taxi trips, published every month by the Taxi and Limousine Commission. Millions of rows per month, small enough for a laptop, and messy enough that our tests will really fail.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in Rosetta dbt Studio. The project files on the left. The editor in the middle, with run, preview and compiled SQL. The AI chat on the right. Every file the agent writes opens for review, with Keep or Discard. Every command it wants to run waits for Allow or Deny.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chat has two modes. Ask mode is read-only. We use it to explain, profile data, and trace lineage. Code mode is where the agent writes files and runs commands. Ask when you want to understand. Code when you want something built.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dbt documentation now has two versions. This course follows version one, the version Rosetta dbt Studio runs. The core idea: dbt transforms data that is already in your database. You write select statements, and dbt handles the order, the tests and the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map. Part one covers loading data, project structure, sources, seeds, staging, tests, macros, and the final marts. Part two covers unit tests, incremental models, snapshots, and documentation, ending with a real analysis.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for this section, we create a new project called N Y C taxi, connect it to a new DuckDB database file, look at the AI, skills and M C P settings, and run dbt debug to check that everything works.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zero. We know what we are building, the agentic loop, and the six habits, and we have an empty project that passes dbt debug. Next, we load the real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